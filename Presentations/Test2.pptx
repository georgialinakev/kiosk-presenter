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</p:sldIdLst>
  <p:notesMasterIdLst>
    <p:notesMasterId r:id="rId7"/>
  </p:notesMasterIdLst>
  <p:sldSz cx="18288000" cy="10287000"/>
  <p:notesSz cx="10287000" cy="18288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loop="1" useTimings="1" showNarration="1">
    <p:present/>
    <p:sldAll/>
    <p:penClr>
      <a:srgbClr val="FF0000"/>
    </p:penClr>
  </p:showPr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notesMaster" Target="notesMasters/notesMaster1.xml"/><Relationship Id="rId8" Type="http://schemas.openxmlformats.org/officeDocument/2006/relationships/presProps" Target="presProps.xml"/><Relationship Id="rId9" Type="http://schemas.openxmlformats.org/officeDocument/2006/relationships/viewProps" Target="viewProps.xml"/><Relationship Id="rId10" Type="http://schemas.openxmlformats.org/officeDocument/2006/relationships/theme" Target="theme/theme1.xml"/><Relationship Id="rId1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Title slide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Agenda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Results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Roadmap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Closing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10" Type="http://schemas.openxmlformats.org/officeDocument/2006/relationships/video" Target="../media/media1.mp4"/><Relationship Id="rId12" Type="http://schemas.microsoft.com/office/2007/relationships/media" Target="../media/media1.mp4"/><Relationship Id="rId11" Type="http://schemas.openxmlformats.org/officeDocument/2006/relationships/image" Target="../media/poster1.png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4110038"/>
            <a:ext cx="16764000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C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Quarterly Widget Review</a:t>
            </a:r>
            <a:endParaRPr lang="en-US" sz="9000" dirty="0"/>
          </a:p>
        </p:txBody>
      </p:sp>
      <p:sp>
        <p:nvSpPr>
          <p:cNvPr id="3" name="Text 1"/>
          <p:cNvSpPr/>
          <p:nvPr/>
        </p:nvSpPr>
        <p:spPr>
          <a:xfrm>
            <a:off x="1524000" y="5653088"/>
            <a:ext cx="16764000" cy="561975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3600" dirty="0">
                <a:solidFill>
                  <a:srgbClr val="F5C6C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Example deck for testing</a:t>
            </a:r>
            <a:endParaRPr lang="en-US" sz="3600" dirty="0"/>
          </a:p>
        </p:txBody>
      </p:sp>
    </p:spTree>
  </p:cSld>
  <p:clrMapOvr>
    <a:masterClrMapping/>
  </p:clrMapOvr>
  <p:transition spd="med" advClick="0" advTm="5000">
    <p:fade/>
  </p:transition>
</p:sld>
</file>

<file path=ppt/slides/slide2.xml><?xml version="1.0" encoding="utf-8"?>
<p:sld xmlns:p14="http://schemas.microsoft.com/office/powerpoint/2010/main"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C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333500"/>
            <a:ext cx="16764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Agenda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524000" y="2762250"/>
            <a:ext cx="15697200" cy="2964061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39636"/>
              </a:lnSpc>
              <a:buNone/>
            </a:pPr>
            <a:r>
              <a:rPr lang="en-US" sz="36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1. Widget sales 2. Gizmo roadmap 3. Sprocket supply 4. Next steps</a:t>
            </a:r>
            <a:endParaRPr lang="en-US" sz="3600" dirty="0"/>
          </a:p>
        </p:txBody>
      </p:sp>
      <p:pic>
        <p:nvPicPr>
          <p:cNvPr id="50" name="media1.mp4">
            <a:hlinkClick r:id="" action="ppaction://media"/>
          </p:cNvPr>
          <p:cNvPicPr>
            <a:picLocks noChangeAspect="1"/>
          </p:cNvPicPr>
          <p:nvPr>
            <a:videoFile r:link="rId10"/>
            <p:extLst>
              <p:ext uri="{DAA4B4D4-6D71-4841-9C94-3DE7FCFB9230}">
                <p14:media r:embed="rId12"/>
              </p:ext>
            </p:extLst>
          </p:nvPr>
        </p:nvPicPr>
        <p:blipFill>
          <a:blip r:embed="rId11"/>
          <a:stretch>
            <a:fillRect/>
          </a:stretch>
        </p:blipFill>
        <p:spPr>
          <a:xfrm>
            <a:off x="9525000" y="3810000"/>
            <a:ext cx="7620000" cy="4286250"/>
          </a:xfrm>
          <a:prstGeom prst="rect">
            <a:avLst/>
          </a:prstGeom>
        </p:spPr>
      </p:pic>
    </p:spTree>
  </p:cSld>
  <p:clrMapOvr>
    <a:masterClrMapping/>
  </p:clrMapOvr>
  <p:transition spd="med" advClick="0" advTm="1000">
    <p:fade/>
  </p:transition>
  <p:timing>
    <p:tnLst>
      <p:par>
        <p:cTn id="1" dur="indefinite" restart="never" nodeType="tmRoot">
          <p:childTnLst>
            <p:par>
              <p:cTn id="2" fill="hold">
                <p:stCondLst>
                  <p:cond delay="indefinite"/>
                  <p:cond evt="onBegin" delay="0">
                    <p:tn val="2"/>
                  </p:cond>
                </p:stCondLst>
                <p:childTnLst>
                  <p:par>
                    <p:cTn id="3" fill="hold">
                      <p:stCondLst>
                        <p:cond delay="0"/>
                      </p:stCondLst>
                      <p:childTnLst>
                        <p:par>
                          <p:cTn id="4" presetID="1" presetClass="mediacall" presetSubtype="0" fill="hold" nodeType="afterEffect">
                            <p:stCondLst>
                              <p:cond delay="0"/>
                            </p:stCondLst>
                            <p:childTnLst>
                              <p:cmd type="call" cmd="playFrom(0.0)">
                                <p:cBhvr>
                                  <p:cTn id="5" dur="30160" fill="hold"/>
                                  <p:tgtEl>
                                    <p:spTgt spid="50"/>
                                  </p:tgtEl>
                                </p:cBhvr>
                              </p:cmd>
                            </p:childTnLst>
                          </p:cTn>
                        </p:par>
                      </p:childTnLst>
                    </p:cTn>
                  </p:par>
                </p:childTnLst>
              </p:cTn>
            </p:par>
            <p:video>
              <p:cMediaNode vol="80000">
                <p:cTn id="6" fill="hold" display="0">
                  <p:stCondLst>
                    <p:cond delay="indefinite"/>
                  </p:stCondLst>
                  <p:endCondLst>
                    <p:cond evt="onStopAudio" delay="0">
                      <p:tgtEl>
                        <p:sldTgt/>
                      </p:tgtEl>
                    </p:cond>
                  </p:endCondLst>
                </p:cTn>
                <p:tgtEl>
                  <p:spTgt spid="50"/>
                </p:tgtEl>
              </p:cMediaNode>
            </p:video>
          </p:childTnLst>
        </p:cTn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C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333500"/>
            <a:ext cx="16764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Widget sales up 12%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524000" y="2762250"/>
            <a:ext cx="15697200" cy="2049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3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Q1: 1,200 units Q2: 1,344 units Driven by blue widgets in the northern region</a:t>
            </a:r>
            <a:endParaRPr lang="en-US" sz="3300" dirty="0"/>
          </a:p>
        </p:txBody>
      </p:sp>
    </p:spTree>
  </p:cSld>
  <p:clrMapOvr>
    <a:masterClrMapping/>
  </p:clrMapOvr>
  <p:transition spd="med" advClick="0" advTm="5000">
    <p:fade/>
  </p:transition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CF0EE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524000" y="1333500"/>
            <a:ext cx="16764000" cy="10096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6600" b="1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Gizmo roadmap</a:t>
            </a:r>
            <a:endParaRPr lang="en-US" sz="6600" dirty="0"/>
          </a:p>
        </p:txBody>
      </p:sp>
      <p:sp>
        <p:nvSpPr>
          <p:cNvPr id="3" name="Text 1"/>
          <p:cNvSpPr/>
          <p:nvPr/>
        </p:nvSpPr>
        <p:spPr>
          <a:xfrm>
            <a:off x="1524000" y="2762250"/>
            <a:ext cx="15697200" cy="2049512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lnSpc>
                <a:spcPct val="140800"/>
              </a:lnSpc>
              <a:buNone/>
            </a:pPr>
            <a:r>
              <a:rPr lang="en-US" sz="3300" dirty="0">
                <a:solidFill>
                  <a:srgbClr val="8B1A1A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Gizmo 2.0 ships in March Gizmo Lite pilot in April Retire Gizmo Classic by June</a:t>
            </a:r>
            <a:endParaRPr lang="en-US" sz="3300" dirty="0"/>
          </a:p>
        </p:txBody>
      </p:sp>
    </p:spTree>
  </p:cSld>
  <p:clrMapOvr>
    <a:masterClrMapping/>
  </p:clrMapOvr>
  <p:transition spd="med" advClick="0" advTm="5000">
    <p:fade/>
  </p:transition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8B1A1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286202" y="4486275"/>
            <a:ext cx="6287155" cy="1352550"/>
          </a:xfrm>
          <a:prstGeom prst="rect">
            <a:avLst/>
          </a:prstGeom>
          <a:noFill/>
          <a:ln/>
        </p:spPr>
        <p:txBody>
          <a:bodyPr wrap="square" lIns="25400" tIns="25400" rIns="25400" bIns="25400" rtlCol="0" anchor="t">
            <a:normAutofit/>
          </a:bodyPr>
          <a:lstStyle/>
          <a:p>
            <a:pPr algn="l" indent="0" marL="0">
              <a:buNone/>
            </a:pPr>
            <a:r>
              <a:rPr lang="en-US" sz="9000" b="1" dirty="0">
                <a:solidFill>
                  <a:srgbClr val="FCF0EE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Thank you</a:t>
            </a:r>
            <a:endParaRPr lang="en-US" sz="9000" dirty="0"/>
          </a:p>
        </p:txBody>
      </p:sp>
    </p:spTree>
  </p:cSld>
  <p:clrMapOvr>
    <a:masterClrMapping/>
  </p:clrMapOvr>
  <p:transition spd="med" advClick="0" advTm="5000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8B1A1A"/>
      </a:dk2>
      <a:lt2>
        <a:srgbClr val="E7E6E6"/>
      </a:lt2>
      <a:accent1>
        <a:srgbClr val="8B1A1A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5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5</vt:i4>
      </vt:variant>
    </vt:vector>
  </HeadingPairs>
  <TitlesOfParts>
    <vt:vector size="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PptxGenJS</cp:lastModifiedBy>
  <cp:revision>1</cp:revision>
  <dcterms:created xsi:type="dcterms:W3CDTF">2026-10-09T17:56:19Z</dcterms:created>
  <dcterms:modified xsi:type="dcterms:W3CDTF">2026-10-09T17:56:19Z</dcterms:modified>
</cp:coreProperties>
</file>