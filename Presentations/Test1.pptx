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4110038"/>
            <a:ext cx="16764000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E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Widget Review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1524000" y="5653088"/>
            <a:ext cx="167640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BFD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deck for testing</a:t>
            </a:r>
            <a:endParaRPr lang="en-US" sz="3600" dirty="0"/>
          </a:p>
        </p:txBody>
      </p:sp>
    </p:spTree>
  </p:cSld>
  <p:clrMapOvr>
    <a:masterClrMapping/>
  </p:clrMapOvr>
  <p:transition spd="slow" advClick="0" advTm="5000">
    <p:checker dir="horz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1333500"/>
            <a:ext cx="1676400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1524000" y="2762250"/>
            <a:ext cx="15697200" cy="2964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636"/>
              </a:lnSpc>
              <a:buNone/>
            </a:pPr>
            <a:r>
              <a:rPr lang="en-US" sz="36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Widget sales 2. Gizmo roadmap 3. Sprocket supply 4. Next steps</a:t>
            </a:r>
            <a:endParaRPr lang="en-US" sz="3600" dirty="0"/>
          </a:p>
        </p:txBody>
      </p:sp>
    </p:spTree>
  </p:cSld>
  <p:clrMapOvr>
    <a:masterClrMapping/>
  </p:clrMapOvr>
  <p:transition spd="slow" advClick="0" advTm="5000">
    <p:checker dir="horz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1333500"/>
            <a:ext cx="1676400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 sales up 12%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1524000" y="2762250"/>
            <a:ext cx="15697200" cy="2049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33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1,200 units Q2: 1,344 units Driven by blue widgets in the northern region</a:t>
            </a:r>
            <a:endParaRPr lang="en-US" sz="3300" dirty="0"/>
          </a:p>
        </p:txBody>
      </p:sp>
    </p:spTree>
  </p:cSld>
  <p:clrMapOvr>
    <a:masterClrMapping/>
  </p:clrMapOvr>
  <p:transition spd="slow" advClick="0" advTm="5000">
    <p:checker dir="horz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1333500"/>
            <a:ext cx="1676400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Gizmo roadmap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1524000" y="2762250"/>
            <a:ext cx="15697200" cy="2049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33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Gizmo 2.0 ships in March Gizmo Lite pilot in April Retire Gizmo Classic by June</a:t>
            </a:r>
            <a:endParaRPr lang="en-US" sz="3300" dirty="0"/>
          </a:p>
        </p:txBody>
      </p:sp>
    </p:spTree>
  </p:cSld>
  <p:clrMapOvr>
    <a:masterClrMapping/>
  </p:clrMapOvr>
  <p:transition spd="slow" advClick="0" advTm="5000">
    <p:checker dir="horz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86202" y="4486275"/>
            <a:ext cx="6287155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EE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9000" dirty="0"/>
          </a:p>
        </p:txBody>
      </p:sp>
    </p:spTree>
  </p:cSld>
  <p:clrMapOvr>
    <a:masterClrMapping/>
  </p:clrMapOvr>
  <p:transition spd="slow" advClick="0" advTm="5000">
    <p:checker dir="horz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E3A8A"/>
      </a:dk2>
      <a:lt2>
        <a:srgbClr val="E7E6E6"/>
      </a:lt2>
      <a:accent1>
        <a:srgbClr val="1E3A8A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2026-10-09T17:56:19Z</dcterms:created>
  <dcterms:modified xsi:type="dcterms:W3CDTF">2026-10-09T17:56:19Z</dcterms:modified>
</cp:coreProperties>
</file>