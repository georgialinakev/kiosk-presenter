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1703be9-01c5-48f1-0913-3100c7dcd6f5}">
          <p14:sldIdLst>
            <p14:sldId id="256"/>
          </p14:sldIdLst>
        </p14:section>
        <p14:section name="Story" id="{7185f45e-0444-74a3-e042-fb40e205ef86}">
          <p14:sldIdLst>
            <p14:sldId id="257"/>
            <p14:sldId id="258"/>
            <p14:sldId id="259"/>
            <p14:sldId id="260"/>
          </p14:sldIdLst>
        </p14:section>
        <p14:section name="Close" id="{0cb4916f-253e-2ae0-8d78-cf64a75ac6da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deck opens straight into slideshow from the library. Fade transition into slide 2. No video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plain click-through slide. Slide number shows bottom right for navigation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three-card layout. Fade transition in and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click builds. Five milestone cards each fade in on Next (tap, swipe, →, control strip Next). The slide should only advance after the fifth card appears; Previous should step back through the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last content slide. Next should go to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advancing past this slide must trigger the kiosk's End of presentation screen, not PowerPoint's black 'End of slide show' slide or the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Keeping Time · Kiosk demo deck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Keeping Time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From shadows to atoms: a short history of the clock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Kiosk demo deck 1 of 2 · tap, swipe or press → to advance</a:t>
            </a:r>
            <a:endParaRPr lang="en-US" sz="1100" dirty="0"/>
          </a:p>
        </p:txBody>
      </p:sp>
      <p:pic>
        <p:nvPicPr>
          <p:cNvPr id="5" name="title-sund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2103120" cy="2103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sun was the first clock</a:t>
            </a:r>
            <a:endParaRPr lang="en-US" sz="3200" dirty="0"/>
          </a:p>
        </p:txBody>
      </p:sp>
      <p:sp>
        <p:nvSpPr>
          <p:cNvPr id="3" name="sundial-text"/>
          <p:cNvSpPr txBox="1"/>
          <p:nvPr/>
        </p:nvSpPr>
        <p:spPr>
          <a:xfrm>
            <a:off x="548640" y="13258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How it worked.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A marked bar or dial caught the sun's shadow, and where it fell gave the hour.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The catch.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No sun, no time: useless at night or under cloud.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Still around.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Garden sundials work on exactly the same idea today.</a:t>
            </a:r>
            <a:endParaRPr lang="en-US" sz="1700" dirty="0"/>
          </a:p>
        </p:txBody>
      </p:sp>
      <p:sp>
        <p:nvSpPr>
          <p:cNvPr id="4" name="sundial-card"/>
          <p:cNvSpPr/>
          <p:nvPr/>
        </p:nvSpPr>
        <p:spPr>
          <a:xfrm>
            <a:off x="5669280" y="1325880"/>
            <a:ext cx="2926080" cy="310896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sundial-circle"/>
          <p:cNvSpPr/>
          <p:nvPr/>
        </p:nvSpPr>
        <p:spPr>
          <a:xfrm>
            <a:off x="672084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undial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1891" y="1781251"/>
            <a:ext cx="460858" cy="460858"/>
          </a:xfrm>
          <a:prstGeom prst="rect">
            <a:avLst/>
          </a:prstGeom>
        </p:spPr>
      </p:pic>
      <p:sp>
        <p:nvSpPr>
          <p:cNvPr id="7" name="sundial-stat"/>
          <p:cNvSpPr txBox="1"/>
          <p:nvPr/>
        </p:nvSpPr>
        <p:spPr>
          <a:xfrm>
            <a:off x="5669280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</a:t>
            </a:r>
            <a:endParaRPr lang="en-US" sz="5400" dirty="0"/>
          </a:p>
        </p:txBody>
      </p:sp>
      <p:sp>
        <p:nvSpPr>
          <p:cNvPr id="8" name="sundial-stat-label"/>
          <p:cNvSpPr txBox="1"/>
          <p:nvPr/>
        </p:nvSpPr>
        <p:spPr>
          <a:xfrm>
            <a:off x="589788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since Egypt's first shadow clocks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Water kept time after dark</a:t>
            </a:r>
            <a:endParaRPr lang="en-US" sz="3200" dirty="0"/>
          </a:p>
        </p:txBody>
      </p:sp>
      <p:sp>
        <p:nvSpPr>
          <p:cNvPr id="3" name="water-card-1"/>
          <p:cNvSpPr/>
          <p:nvPr/>
        </p:nvSpPr>
        <p:spPr>
          <a:xfrm>
            <a:off x="5486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water-1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ater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761134"/>
            <a:ext cx="409651" cy="409651"/>
          </a:xfrm>
          <a:prstGeom prst="rect">
            <a:avLst/>
          </a:prstGeom>
        </p:spPr>
      </p:pic>
      <p:sp>
        <p:nvSpPr>
          <p:cNvPr id="6" name="water-head-1"/>
          <p:cNvSpPr txBox="1"/>
          <p:nvPr/>
        </p:nvSpPr>
        <p:spPr>
          <a:xfrm>
            <a:off x="8229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steady drip</a:t>
            </a:r>
            <a:endParaRPr lang="en-US" sz="1900" dirty="0"/>
          </a:p>
        </p:txBody>
      </p:sp>
      <p:sp>
        <p:nvSpPr>
          <p:cNvPr id="7" name="water-body-1"/>
          <p:cNvSpPr txBox="1"/>
          <p:nvPr/>
        </p:nvSpPr>
        <p:spPr>
          <a:xfrm>
            <a:off x="82296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stone vessel drained through a small hole; marks inside showed the hours passing.</a:t>
            </a:r>
            <a:endParaRPr lang="en-US" sz="1400" dirty="0"/>
          </a:p>
        </p:txBody>
      </p:sp>
      <p:sp>
        <p:nvSpPr>
          <p:cNvPr id="8" name="water-card-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water-2-circle"/>
          <p:cNvSpPr/>
          <p:nvPr/>
        </p:nvSpPr>
        <p:spPr>
          <a:xfrm>
            <a:off x="35661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water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094" y="1761134"/>
            <a:ext cx="409651" cy="409651"/>
          </a:xfrm>
          <a:prstGeom prst="rect">
            <a:avLst/>
          </a:prstGeom>
        </p:spPr>
      </p:pic>
      <p:sp>
        <p:nvSpPr>
          <p:cNvPr id="11" name="water-head-2"/>
          <p:cNvSpPr txBox="1"/>
          <p:nvPr/>
        </p:nvSpPr>
        <p:spPr>
          <a:xfrm>
            <a:off x="35661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at night</a:t>
            </a:r>
            <a:endParaRPr lang="en-US" sz="1900" dirty="0"/>
          </a:p>
        </p:txBody>
      </p:sp>
      <p:sp>
        <p:nvSpPr>
          <p:cNvPr id="12" name="water-body-2"/>
          <p:cNvSpPr txBox="1"/>
          <p:nvPr/>
        </p:nvSpPr>
        <p:spPr>
          <a:xfrm>
            <a:off x="356616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Unlike a sundial, a water clock needed no sun, so temples could time night rituals.</a:t>
            </a:r>
            <a:endParaRPr lang="en-US" sz="1400" dirty="0"/>
          </a:p>
        </p:txBody>
      </p:sp>
      <p:sp>
        <p:nvSpPr>
          <p:cNvPr id="13" name="water-card-3"/>
          <p:cNvSpPr/>
          <p:nvPr/>
        </p:nvSpPr>
        <p:spPr>
          <a:xfrm>
            <a:off x="60350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water-3-circle"/>
          <p:cNvSpPr/>
          <p:nvPr/>
        </p:nvSpPr>
        <p:spPr>
          <a:xfrm>
            <a:off x="63093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water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1761134"/>
            <a:ext cx="409651" cy="409651"/>
          </a:xfrm>
          <a:prstGeom prst="rect">
            <a:avLst/>
          </a:prstGeom>
        </p:spPr>
      </p:pic>
      <p:sp>
        <p:nvSpPr>
          <p:cNvPr id="16" name="water-head-3"/>
          <p:cNvSpPr txBox="1"/>
          <p:nvPr/>
        </p:nvSpPr>
        <p:spPr>
          <a:xfrm>
            <a:off x="63093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1400 BCE</a:t>
            </a:r>
            <a:endParaRPr lang="en-US" sz="1900" dirty="0"/>
          </a:p>
        </p:txBody>
      </p:sp>
      <p:sp>
        <p:nvSpPr>
          <p:cNvPr id="17" name="water-body-3"/>
          <p:cNvSpPr txBox="1"/>
          <p:nvPr/>
        </p:nvSpPr>
        <p:spPr>
          <a:xfrm>
            <a:off x="630936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of the oldest surviving water clocks comes from the temple at Karnak, Egypt.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turning points</a:t>
            </a:r>
            <a:endParaRPr lang="en-US" sz="3200" dirty="0"/>
          </a:p>
        </p:txBody>
      </p:sp>
      <p:sp>
        <p:nvSpPr>
          <p:cNvPr id="3" name="timeline-hint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Tap or press → to reveal each one</a:t>
            </a:r>
            <a:endParaRPr lang="en-US" sz="1400" dirty="0"/>
          </a:p>
        </p:txBody>
      </p:sp>
      <p:sp>
        <p:nvSpPr>
          <p:cNvPr id="4" name="timeline-axis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timeline-dot-1"/>
          <p:cNvSpPr/>
          <p:nvPr/>
        </p:nvSpPr>
        <p:spPr>
          <a:xfrm>
            <a:off x="1179576" y="200253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ilestone-1"/>
          <p:cNvSpPr/>
          <p:nvPr/>
        </p:nvSpPr>
        <p:spPr>
          <a:xfrm>
            <a:off x="548640" y="2423160"/>
            <a:ext cx="1463040" cy="16002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1500 BCE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Shadow clocks in Egypt</a:t>
            </a:r>
            <a:endParaRPr lang="en-US" sz="1800" dirty="0"/>
          </a:p>
        </p:txBody>
      </p:sp>
      <p:sp>
        <p:nvSpPr>
          <p:cNvPr id="7" name="timeline-dot-2"/>
          <p:cNvSpPr/>
          <p:nvPr/>
        </p:nvSpPr>
        <p:spPr>
          <a:xfrm>
            <a:off x="2825496" y="200253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milestone-2"/>
          <p:cNvSpPr/>
          <p:nvPr/>
        </p:nvSpPr>
        <p:spPr>
          <a:xfrm>
            <a:off x="2194560" y="2423160"/>
            <a:ext cx="1463040" cy="16002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1200s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First mechanical clocks in Europe</a:t>
            </a:r>
            <a:endParaRPr lang="en-US" sz="1800" dirty="0"/>
          </a:p>
        </p:txBody>
      </p:sp>
      <p:sp>
        <p:nvSpPr>
          <p:cNvPr id="9" name="timeline-dot-3"/>
          <p:cNvSpPr/>
          <p:nvPr/>
        </p:nvSpPr>
        <p:spPr>
          <a:xfrm>
            <a:off x="4471416" y="200253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milestone-3"/>
          <p:cNvSpPr/>
          <p:nvPr/>
        </p:nvSpPr>
        <p:spPr>
          <a:xfrm>
            <a:off x="3840480" y="2423160"/>
            <a:ext cx="1463040" cy="16002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1656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Huygens builds the pendulum clock</a:t>
            </a:r>
            <a:endParaRPr lang="en-US" sz="1800" dirty="0"/>
          </a:p>
        </p:txBody>
      </p:sp>
      <p:sp>
        <p:nvSpPr>
          <p:cNvPr id="11" name="timeline-dot-4"/>
          <p:cNvSpPr/>
          <p:nvPr/>
        </p:nvSpPr>
        <p:spPr>
          <a:xfrm>
            <a:off x="6117336" y="200253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milestone-4"/>
          <p:cNvSpPr/>
          <p:nvPr/>
        </p:nvSpPr>
        <p:spPr>
          <a:xfrm>
            <a:off x="5486400" y="2423160"/>
            <a:ext cx="1463040" cy="16002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1927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First quartz clock, Bell Labs</a:t>
            </a:r>
            <a:endParaRPr lang="en-US" sz="1800" dirty="0"/>
          </a:p>
        </p:txBody>
      </p:sp>
      <p:sp>
        <p:nvSpPr>
          <p:cNvPr id="13" name="timeline-dot-5"/>
          <p:cNvSpPr/>
          <p:nvPr/>
        </p:nvSpPr>
        <p:spPr>
          <a:xfrm>
            <a:off x="7763256" y="200253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milestone-5"/>
          <p:cNvSpPr/>
          <p:nvPr/>
        </p:nvSpPr>
        <p:spPr>
          <a:xfrm>
            <a:off x="7132320" y="2423160"/>
            <a:ext cx="1463040" cy="16002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1955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Caesium atomic clock, UK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Accuracy, then and now</a:t>
            </a:r>
            <a:endParaRPr lang="en-US" sz="3200" dirty="0"/>
          </a:p>
        </p:txBody>
      </p:sp>
      <p:sp>
        <p:nvSpPr>
          <p:cNvPr id="3" name="accuracy-card-1"/>
          <p:cNvSpPr/>
          <p:nvPr/>
        </p:nvSpPr>
        <p:spPr>
          <a:xfrm>
            <a:off x="548640" y="132588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accuracy-1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ccuracy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816913"/>
            <a:ext cx="435254" cy="435254"/>
          </a:xfrm>
          <a:prstGeom prst="rect">
            <a:avLst/>
          </a:prstGeom>
        </p:spPr>
      </p:pic>
      <p:sp>
        <p:nvSpPr>
          <p:cNvPr id="6" name="accuracy-stat-1"/>
          <p:cNvSpPr txBox="1"/>
          <p:nvPr/>
        </p:nvSpPr>
        <p:spPr>
          <a:xfrm>
            <a:off x="86868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minute</a:t>
            </a:r>
            <a:endParaRPr lang="en-US" sz="4800" dirty="0"/>
          </a:p>
        </p:txBody>
      </p:sp>
      <p:sp>
        <p:nvSpPr>
          <p:cNvPr id="7" name="accuracy-label-1"/>
          <p:cNvSpPr txBox="1"/>
          <p:nvPr/>
        </p:nvSpPr>
        <p:spPr>
          <a:xfrm>
            <a:off x="86868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day of drift for Huygens' pendulum clock in 1656, down from around 15 minutes for earlier clocks</a:t>
            </a:r>
            <a:endParaRPr lang="en-US" sz="1400" dirty="0"/>
          </a:p>
        </p:txBody>
      </p:sp>
      <p:sp>
        <p:nvSpPr>
          <p:cNvPr id="8" name="accuracy-card-2"/>
          <p:cNvSpPr/>
          <p:nvPr/>
        </p:nvSpPr>
        <p:spPr>
          <a:xfrm>
            <a:off x="4663440" y="132588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9" name="accuracy-2-circle"/>
          <p:cNvSpPr/>
          <p:nvPr/>
        </p:nvSpPr>
        <p:spPr>
          <a:xfrm>
            <a:off x="498348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ccuracy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73" y="1816913"/>
            <a:ext cx="435254" cy="435254"/>
          </a:xfrm>
          <a:prstGeom prst="rect">
            <a:avLst/>
          </a:prstGeom>
        </p:spPr>
      </p:pic>
      <p:sp>
        <p:nvSpPr>
          <p:cNvPr id="11" name="accuracy-stat-2"/>
          <p:cNvSpPr txBox="1"/>
          <p:nvPr/>
        </p:nvSpPr>
        <p:spPr>
          <a:xfrm>
            <a:off x="4983480" y="2560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second</a:t>
            </a:r>
            <a:endParaRPr lang="en-US" sz="4800" dirty="0"/>
          </a:p>
        </p:txBody>
      </p:sp>
      <p:sp>
        <p:nvSpPr>
          <p:cNvPr id="12" name="accuracy-label-2"/>
          <p:cNvSpPr txBox="1"/>
          <p:nvPr/>
        </p:nvSpPr>
        <p:spPr>
          <a:xfrm>
            <a:off x="4983480" y="3383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about 100 million years for NIST-F1, a caesium fountain clock in the United States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Thanks for visiting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Tap Home to choose another presentation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End of kiosk demo deck 1 · advancing past this slide ends the show</a:t>
            </a:r>
            <a:endParaRPr lang="en-US" sz="1100" dirty="0"/>
          </a:p>
        </p:txBody>
      </p:sp>
      <p:pic>
        <p:nvPicPr>
          <p:cNvPr id="5" name="end-sund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2103120" cy="21031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Kiosk Demo Brass">
  <a:themeElements>
    <a:clrScheme name="Kiosk Demo Brass">
      <a:dk1>
        <a:srgbClr val="1B1F27"/>
      </a:dk1>
      <a:lt1>
        <a:srgbClr val="FFFFFF"/>
      </a:lt1>
      <a:dk2>
        <a:srgbClr val="4A5260"/>
      </a:dk2>
      <a:lt2>
        <a:srgbClr val="EEF0F3"/>
      </a:lt2>
      <a:accent1>
        <a:srgbClr val="B8862B"/>
      </a:accent1>
      <a:accent2>
        <a:srgbClr val="C9CED6"/>
      </a:accent2>
      <a:accent3>
        <a:srgbClr val="6E7B88"/>
      </a:accent3>
      <a:accent4>
        <a:srgbClr val="8C6A2E"/>
      </a:accent4>
      <a:accent5>
        <a:srgbClr val="3F4A57"/>
      </a:accent5>
      <a:accent6>
        <a:srgbClr val="D9B66A"/>
      </a:accent6>
      <a:hlink>
        <a:srgbClr val="B8862B"/>
      </a:hlink>
      <a:folHlink>
        <a:srgbClr val="8C6A2E"/>
      </a:folHlink>
    </a:clrScheme>
    <a:fontScheme name="Kiosk Demo Bra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Kiosk Demo Gallery Tour</dc:title>
  <dc:subject>PptxGenJS Presentation</dc:subject>
  <dc:creator>Georgialina Networks</dc:creator>
  <cp:lastModifiedBy>Georgialina Networks</cp:lastModifiedBy>
  <cp:revision>1</cp:revision>
  <dcterms:created xsi:type="dcterms:W3CDTF">2026-10-08T18:58:41Z</dcterms:created>
  <dcterms:modified xsi:type="dcterms:W3CDTF">2026-10-08T18:58:41Z</dcterms:modified>
</cp:coreProperties>
</file>