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034ea45-8bc5-d6d9-f253-cc56720a1966}">
          <p14:sldIdLst>
            <p14:sldId id="256"/>
          </p14:sldIdLst>
        </p14:section>
        <p14:section name="Video" id="{d2fa558f-df81-d5d1-e1df-4553f68a40c6}">
          <p14:sldIdLst>
            <p14:sldId id="257"/>
          </p14:sldIdLst>
        </p14:section>
        <p14:section name="Story" id="{61ec518e-7692-40c6-8014-fcdd798437bf}">
          <p14:sldIdLst>
            <p14:sldId id="258"/>
          </p14:sldIdLst>
        </p14:section>
        <p14:section name="Close" id="{27b3211c-4ef7-1cf0-467a-c1557b5be19d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TEST: library card for this deck should carry the Video badge (external video relationship detected by the scanner).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TEST: online YouTube video set to Start: Automatically. Checks: plays on arrival with no tap; idle prompt suppressed while on this slide; control strip Home works mid-playback; clicking the YouTube logo or title must not open a browser; with the network pulled, the slide shows PowerPoint's video error and Next/Home still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TEST: arriving here must stop the video audio from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TEST: end-of-show detection, same as deck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4709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The Moon, Up Close · Kiosk demo deck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arget="https://www.youtube.com/embed/nr5Pj6GQL2o" TargetMode="External" Type="http://schemas.openxmlformats.org/officeDocument/2006/relationships/video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The Moon, Up Close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A video tour built from lunar orbiter data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Kiosk demo deck 2 of 2 · the next slide plays an online video automatically</a:t>
            </a:r>
            <a:endParaRPr lang="en-US" sz="1100" dirty="0"/>
          </a:p>
        </p:txBody>
      </p:sp>
      <p:pic>
        <p:nvPicPr>
          <p:cNvPr id="5" name="title-mo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234440"/>
            <a:ext cx="2103120" cy="21031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Tour of the Moon</a:t>
            </a:r>
            <a:endParaRPr lang="en-US" sz="2600" dirty="0"/>
          </a:p>
        </p:txBody>
      </p:sp>
      <p:pic>
        <p:nvPicPr>
          <p:cNvPr id="3" name="moon-video" title="Tour of the Moon in 4K">
            <a:hlinkClick r:id="" action="ppaction://media"/>
          </p:cNvPr>
          <p:cNvPicPr/>
          <p:nvPr>
            <a:videoFile r:link="rId1"/>
          </p:nvPr>
        </p:nvPicPr>
        <p:blipFill>
          <a:blip r:embed="rId2"/>
          <a:stretch>
            <a:fillRect/>
          </a:stretch>
        </p:blipFill>
        <p:spPr>
          <a:xfrm>
            <a:off x="1280160" y="868680"/>
            <a:ext cx="6583680" cy="3703320"/>
          </a:xfrm>
          <a:prstGeom prst="rect">
            <a:avLst/>
          </a:prstGeom>
        </p:spPr>
      </p:pic>
      <p:sp>
        <p:nvSpPr>
          <p:cNvPr id="4" name="video-credit"/>
          <p:cNvSpPr txBox="1"/>
          <p:nvPr/>
        </p:nvSpPr>
        <p:spPr>
          <a:xfrm>
            <a:off x="548640" y="46817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Video: NASA Goddard on YouTube · plays automatically · needs an internet connection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indefinite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you just saw</a:t>
            </a:r>
            <a:endParaRPr lang="en-US" sz="3200" dirty="0"/>
          </a:p>
        </p:txBody>
      </p:sp>
      <p:sp>
        <p:nvSpPr>
          <p:cNvPr id="3" name="facts-lead"/>
          <p:cNvSpPr txBox="1"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NASA built the tour from elevation maps and photos taken by the Lunar Reconnaissance Orbiter.</a:t>
            </a:r>
            <a:endParaRPr lang="en-US" sz="1600" dirty="0"/>
          </a:p>
        </p:txBody>
      </p:sp>
      <p:sp>
        <p:nvSpPr>
          <p:cNvPr id="4" name="fact-card-1"/>
          <p:cNvSpPr/>
          <p:nvPr/>
        </p:nvSpPr>
        <p:spPr>
          <a:xfrm>
            <a:off x="548640" y="1645920"/>
            <a:ext cx="2560320" cy="27889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5" name="fact-1-circle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fact-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081174"/>
            <a:ext cx="409651" cy="409651"/>
          </a:xfrm>
          <a:prstGeom prst="rect">
            <a:avLst/>
          </a:prstGeom>
        </p:spPr>
      </p:pic>
      <p:sp>
        <p:nvSpPr>
          <p:cNvPr id="7" name="fact-stat-1"/>
          <p:cNvSpPr txBox="1"/>
          <p:nvPr/>
        </p:nvSpPr>
        <p:spPr>
          <a:xfrm>
            <a:off x="822960" y="2788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384,400 km</a:t>
            </a:r>
            <a:endParaRPr lang="en-US" sz="3000" dirty="0"/>
          </a:p>
        </p:txBody>
      </p:sp>
      <p:sp>
        <p:nvSpPr>
          <p:cNvPr id="8" name="fact-label-1"/>
          <p:cNvSpPr txBox="1"/>
          <p:nvPr/>
        </p:nvSpPr>
        <p:spPr>
          <a:xfrm>
            <a:off x="822960" y="3429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average distance from Earth to the Moon</a:t>
            </a:r>
            <a:endParaRPr lang="en-US" sz="1400" dirty="0"/>
          </a:p>
        </p:txBody>
      </p:sp>
      <p:sp>
        <p:nvSpPr>
          <p:cNvPr id="9" name="fact-card-2"/>
          <p:cNvSpPr/>
          <p:nvPr/>
        </p:nvSpPr>
        <p:spPr>
          <a:xfrm>
            <a:off x="3291840" y="1645920"/>
            <a:ext cx="2560320" cy="27889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0" name="fact-2-circle"/>
          <p:cNvSpPr/>
          <p:nvPr/>
        </p:nvSpPr>
        <p:spPr>
          <a:xfrm>
            <a:off x="356616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fact-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094" y="2081174"/>
            <a:ext cx="409651" cy="409651"/>
          </a:xfrm>
          <a:prstGeom prst="rect">
            <a:avLst/>
          </a:prstGeom>
        </p:spPr>
      </p:pic>
      <p:sp>
        <p:nvSpPr>
          <p:cNvPr id="12" name="fact-stat-2"/>
          <p:cNvSpPr txBox="1"/>
          <p:nvPr/>
        </p:nvSpPr>
        <p:spPr>
          <a:xfrm>
            <a:off x="3566160" y="2788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3,474 km</a:t>
            </a:r>
            <a:endParaRPr lang="en-US" sz="3000" dirty="0"/>
          </a:p>
        </p:txBody>
      </p:sp>
      <p:sp>
        <p:nvSpPr>
          <p:cNvPr id="13" name="fact-label-2"/>
          <p:cNvSpPr txBox="1"/>
          <p:nvPr/>
        </p:nvSpPr>
        <p:spPr>
          <a:xfrm>
            <a:off x="3566160" y="3429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diameter of the Moon, about a quarter of Earth's</a:t>
            </a:r>
            <a:endParaRPr lang="en-US" sz="1400" dirty="0"/>
          </a:p>
        </p:txBody>
      </p:sp>
      <p:sp>
        <p:nvSpPr>
          <p:cNvPr id="14" name="fact-card-3"/>
          <p:cNvSpPr/>
          <p:nvPr/>
        </p:nvSpPr>
        <p:spPr>
          <a:xfrm>
            <a:off x="6035040" y="1645920"/>
            <a:ext cx="2560320" cy="27889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5" name="fact-3-circle"/>
          <p:cNvSpPr/>
          <p:nvPr/>
        </p:nvSpPr>
        <p:spPr>
          <a:xfrm>
            <a:off x="630936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fact-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294" y="2081174"/>
            <a:ext cx="409651" cy="409651"/>
          </a:xfrm>
          <a:prstGeom prst="rect">
            <a:avLst/>
          </a:prstGeom>
        </p:spPr>
      </p:pic>
      <p:sp>
        <p:nvSpPr>
          <p:cNvPr id="17" name="fact-stat-3"/>
          <p:cNvSpPr txBox="1"/>
          <p:nvPr/>
        </p:nvSpPr>
        <p:spPr>
          <a:xfrm>
            <a:off x="6309360" y="2788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2009</a:t>
            </a:r>
            <a:endParaRPr lang="en-US" sz="3000" dirty="0"/>
          </a:p>
        </p:txBody>
      </p:sp>
      <p:sp>
        <p:nvSpPr>
          <p:cNvPr id="18" name="fact-label-3"/>
          <p:cNvSpPr txBox="1"/>
          <p:nvPr/>
        </p:nvSpPr>
        <p:spPr>
          <a:xfrm>
            <a:off x="6309360" y="3429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year the Lunar Reconnaissance Orbiter launched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Thanks for watching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Tap Home to choose another presentation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End of kiosk demo deck 2 · advancing past this slide ends the show</a:t>
            </a:r>
            <a:endParaRPr lang="en-US" sz="1100" dirty="0"/>
          </a:p>
        </p:txBody>
      </p:sp>
      <p:pic>
        <p:nvPicPr>
          <p:cNvPr id="5" name="end-mo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234440"/>
            <a:ext cx="2103120" cy="21031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Kiosk Demo Lunar">
  <a:themeElements>
    <a:clrScheme name="Kiosk Demo Lunar">
      <a:dk1>
        <a:srgbClr val="0E1116"/>
      </a:dk1>
      <a:lt1>
        <a:srgbClr val="FFFFFF"/>
      </a:lt1>
      <a:dk2>
        <a:srgbClr val="4A5260"/>
      </a:dk2>
      <a:lt2>
        <a:srgbClr val="ECEFF3"/>
      </a:lt2>
      <a:accent1>
        <a:srgbClr val="3E6FA8"/>
      </a:accent1>
      <a:accent2>
        <a:srgbClr val="B9C3D0"/>
      </a:accent2>
      <a:accent3>
        <a:srgbClr val="6E7B88"/>
      </a:accent3>
      <a:accent4>
        <a:srgbClr val="2B4F7A"/>
      </a:accent4>
      <a:accent5>
        <a:srgbClr val="8FB4E3"/>
      </a:accent5>
      <a:accent6>
        <a:srgbClr val="D5DCE5"/>
      </a:accent6>
      <a:hlink>
        <a:srgbClr val="3E6FA8"/>
      </a:hlink>
      <a:folHlink>
        <a:srgbClr val="2B4F7A"/>
      </a:folHlink>
    </a:clrScheme>
    <a:fontScheme name="Kiosk Demo Luna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Kiosk Demo Video Spotlight</dc:title>
  <dc:subject>PptxGenJS Presentation</dc:subject>
  <dc:creator>Georgialina Networks</dc:creator>
  <cp:lastModifiedBy>Georgialina Networks</cp:lastModifiedBy>
  <cp:revision>1</cp:revision>
  <dcterms:created xsi:type="dcterms:W3CDTF">2026-10-08T18:58:41Z</dcterms:created>
  <dcterms:modified xsi:type="dcterms:W3CDTF">2026-10-08T18:58:41Z</dcterms:modified>
</cp:coreProperties>
</file>